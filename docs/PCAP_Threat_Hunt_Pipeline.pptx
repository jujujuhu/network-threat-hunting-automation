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3652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PCAP Threat Hunt Pipeline — automated network forensics with Ansible, Suricata, Zeek, GeoIP enrichment and correlated Markdown reporting.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we will cover: how the analysis works, what to install, how to verify, and what to integrate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1: How the analysis pipeline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9-step pipeline: each role validates inputs, runs its tool, and verifies outputs before passing to the next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1-5: setup, Suricata IDS, Zeek NSM, GeoIP enrichment, and Suricata-Zeek correlation via Community 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6-9: alert reporting, statistics reporting, final report merge, and cleanup.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2: Installation — what to install and in what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Suricata and Zeek. Both need to be v8.0+ and v9.0+ respectively for the pipeline scripts to work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Ansible, Python with geoip2 package, and download the MaxMind GeoLite2 databases.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3: How to verify the installation and run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these verification commands to confirm every dependency is correctly installed before running the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steps to run the pipeline: drop the PCAP, run ansible-playbook, find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4: What to integrate next to extend the pipeline capabilities.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Recommended integrations: MISP for threat intel, TheHive for case management, Elasticsearch/Kibana for SIEM, VirusTotal for hash enrichment, Slack/email for alerting.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integration priority: start with VirusTotal for easy wins, then MISP for threat intel context, then TheHive for workflow, then Elasticsearch for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and key takeaways. The pipeline provides automated, repeatable PCAP analysis with enriched, correlated, analyst-ready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1005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DFIR · NETWORK THREAT HUNTING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PCAP Threat Hunt Pipeline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analysis: Suricata IDS + Zeek NSM + GeoIP/ASN enrichment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Correlated Markdown reporting, orchestrated with Ansible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548640" y="3566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176272" y="3566160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2176272" y="3566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2.17+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803904" y="3566160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3803904" y="3566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8.0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431536" y="3566160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5431536" y="3566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 9.0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059168" y="3566160"/>
            <a:ext cx="1463040" cy="310896"/>
          </a:xfrm>
          <a:prstGeom prst="roundRect">
            <a:avLst>
              <a:gd name="adj" fmla="val 2352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 txBox="1"/>
          <p:nvPr/>
        </p:nvSpPr>
        <p:spPr>
          <a:xfrm>
            <a:off x="7059168" y="35661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GeoLite2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Jovita Kusuma · jovitakhu.net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32004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57200" y="14173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F293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658368" y="15819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9659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331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architecture and the 9 Ansible roles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30175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F293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658368" y="31821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658368" y="35661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9319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Suricata, Zeek, Ansible, Python, GeoIP databases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846320" y="14173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F293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5047488" y="15819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047488" y="19659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Run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047488" y="2331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confirm each tool works and trigger the pipeline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846320" y="301752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1F293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047488" y="31821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047488" y="356616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Integrations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047488" y="39319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MISP, TheHive, Elasticsearch, and more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Pipeline Works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Ansible roles · Suricata + Zeek · GeoIP enrichment · Correlated reporting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9-Stage Ansible Pipeline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182880" y="1170432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219456" y="12252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19456" y="14447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219456" y="174650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Validation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10789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161288" y="1170432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1197864" y="12252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197864" y="14447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suricata_run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1197864" y="174650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 · eve.json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9933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2135669" y="1159986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2172245" y="121485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2172245" y="143430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zeek_run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2172245" y="173605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· conn/dns/…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9077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107870" y="1159986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3144446" y="121485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144446" y="143430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python_asngeo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3144446" y="173605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GeoIP/ASN Enrich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8221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4097602" y="1162181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4152466" y="121704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152466" y="1436501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python_correlate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134178" y="1738253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Suricata↔Zeek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7365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5076010" y="1175988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 txBox="1"/>
          <p:nvPr/>
        </p:nvSpPr>
        <p:spPr>
          <a:xfrm>
            <a:off x="5112586" y="12308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112586" y="145030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report_alerts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112586" y="175206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Per-Alert MD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6509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4"/>
          <p:cNvSpPr/>
          <p:nvPr/>
        </p:nvSpPr>
        <p:spPr>
          <a:xfrm>
            <a:off x="6063562" y="1162181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5"/>
          <p:cNvSpPr txBox="1"/>
          <p:nvPr/>
        </p:nvSpPr>
        <p:spPr>
          <a:xfrm>
            <a:off x="6100138" y="121704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100138" y="1436501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report_stats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100138" y="1738253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MD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65653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39"/>
          <p:cNvSpPr/>
          <p:nvPr/>
        </p:nvSpPr>
        <p:spPr>
          <a:xfrm>
            <a:off x="7050024" y="1170432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0"/>
          <p:cNvSpPr txBox="1"/>
          <p:nvPr/>
        </p:nvSpPr>
        <p:spPr>
          <a:xfrm>
            <a:off x="7086600" y="12252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44" name="Text 41"/>
          <p:cNvSpPr txBox="1"/>
          <p:nvPr/>
        </p:nvSpPr>
        <p:spPr>
          <a:xfrm>
            <a:off x="7086600" y="144475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report_final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7086600" y="174650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FINAL_REPORT.md</a:t>
            </a:r>
            <a:endParaRPr lang="en-US" sz="850" dirty="0"/>
          </a:p>
        </p:txBody>
      </p:sp>
      <p:sp>
        <p:nvSpPr>
          <p:cNvPr id="46" name="Shape 43"/>
          <p:cNvSpPr/>
          <p:nvPr/>
        </p:nvSpPr>
        <p:spPr>
          <a:xfrm>
            <a:off x="7479792" y="1664208"/>
            <a:ext cx="18288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4"/>
          <p:cNvSpPr/>
          <p:nvPr/>
        </p:nvSpPr>
        <p:spPr>
          <a:xfrm>
            <a:off x="8028432" y="1162181"/>
            <a:ext cx="896112" cy="1005840"/>
          </a:xfrm>
          <a:prstGeom prst="roundRect">
            <a:avLst>
              <a:gd name="adj" fmla="val 6122"/>
            </a:avLst>
          </a:prstGeom>
          <a:solidFill>
            <a:srgbClr val="1F2937"/>
          </a:solidFill>
          <a:ln w="1905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 txBox="1"/>
          <p:nvPr/>
        </p:nvSpPr>
        <p:spPr>
          <a:xfrm>
            <a:off x="8065008" y="1217045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8065008" y="1436501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8065008" y="1738253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to DONE/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293698" y="29672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outputs: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293698" y="3314700"/>
            <a:ext cx="1572768" cy="82296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 txBox="1"/>
          <p:nvPr/>
        </p:nvSpPr>
        <p:spPr>
          <a:xfrm>
            <a:off x="385138" y="33695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eve_extra.json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385138" y="36987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alerts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2012770" y="3314700"/>
            <a:ext cx="1572768" cy="82296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 txBox="1"/>
          <p:nvPr/>
        </p:nvSpPr>
        <p:spPr>
          <a:xfrm>
            <a:off x="2104210" y="33695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correlated.json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2104210" y="36987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Alert+Zeek merged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3731842" y="3314700"/>
            <a:ext cx="1572768" cy="82296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 txBox="1"/>
          <p:nvPr/>
        </p:nvSpPr>
        <p:spPr>
          <a:xfrm>
            <a:off x="3823282" y="33695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alerts_report.md</a:t>
            </a:r>
            <a:endParaRPr lang="en-US" sz="1000" dirty="0"/>
          </a:p>
        </p:txBody>
      </p:sp>
      <p:sp>
        <p:nvSpPr>
          <p:cNvPr id="60" name="Text 57"/>
          <p:cNvSpPr txBox="1"/>
          <p:nvPr/>
        </p:nvSpPr>
        <p:spPr>
          <a:xfrm>
            <a:off x="3823282" y="36987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Per-alert detail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450914" y="3314700"/>
            <a:ext cx="1572768" cy="82296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59"/>
          <p:cNvSpPr txBox="1"/>
          <p:nvPr/>
        </p:nvSpPr>
        <p:spPr>
          <a:xfrm>
            <a:off x="5542354" y="33695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stats_report.md</a:t>
            </a:r>
            <a:endParaRPr lang="en-US" sz="1000" dirty="0"/>
          </a:p>
        </p:txBody>
      </p:sp>
      <p:sp>
        <p:nvSpPr>
          <p:cNvPr id="63" name="Text 60"/>
          <p:cNvSpPr txBox="1"/>
          <p:nvPr/>
        </p:nvSpPr>
        <p:spPr>
          <a:xfrm>
            <a:off x="5542354" y="36987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Top-10 tables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7169986" y="3314700"/>
            <a:ext cx="1572768" cy="822960"/>
          </a:xfrm>
          <a:prstGeom prst="roundRect">
            <a:avLst>
              <a:gd name="adj" fmla="val 6667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 txBox="1"/>
          <p:nvPr/>
        </p:nvSpPr>
        <p:spPr>
          <a:xfrm>
            <a:off x="7261426" y="3369564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FINAL_REPORT.md</a:t>
            </a:r>
            <a:endParaRPr lang="en-US" sz="1000" dirty="0"/>
          </a:p>
        </p:txBody>
      </p:sp>
      <p:sp>
        <p:nvSpPr>
          <p:cNvPr id="66" name="Text 63"/>
          <p:cNvSpPr txBox="1"/>
          <p:nvPr/>
        </p:nvSpPr>
        <p:spPr>
          <a:xfrm>
            <a:off x="7261426" y="369874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analyst doc</a:t>
            </a:r>
            <a:endParaRPr lang="en-US" sz="950" dirty="0"/>
          </a:p>
        </p:txBody>
      </p:sp>
      <p:sp>
        <p:nvSpPr>
          <p:cNvPr id="69" name="Shape 6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1–5: Ingestion, Detection &amp; Enrichment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65760" y="1097280"/>
            <a:ext cx="8412480" cy="694944"/>
          </a:xfrm>
          <a:prstGeom prst="roundRect">
            <a:avLst>
              <a:gd name="adj" fmla="val 7895"/>
            </a:avLst>
          </a:prstGeom>
          <a:solidFill>
            <a:srgbClr val="1F2937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02920" y="11704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17043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2651760" y="117043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environment: confirms PCAP exists in TODO/, tools are installed, required directories exist. Fails fast before any processing starts.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1243584"/>
            <a:ext cx="18288" cy="3840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65760" y="1874520"/>
            <a:ext cx="8412480" cy="694944"/>
          </a:xfrm>
          <a:prstGeom prst="roundRect">
            <a:avLst>
              <a:gd name="adj" fmla="val 7895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502920" y="19476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947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suricata_run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651760" y="194767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Suricata against the PCAP using the installed ruleset. Creates a per-PCAP log directory and produces eve.json (JSON event log).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2468880" y="2020824"/>
            <a:ext cx="18288" cy="3840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65760" y="2651760"/>
            <a:ext cx="8412480" cy="694944"/>
          </a:xfrm>
          <a:prstGeom prst="roundRect">
            <a:avLst>
              <a:gd name="adj" fmla="val 7895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502920" y="272491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zeek_run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651760" y="272491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Zeek in JSON mode. Captures conn, dns, http, ssl, files, weird logs for full protocol context alongside Suricata alerts.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468880" y="2798064"/>
            <a:ext cx="18288" cy="3840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65760" y="3429000"/>
            <a:ext cx="8412480" cy="694944"/>
          </a:xfrm>
          <a:prstGeom prst="roundRect">
            <a:avLst>
              <a:gd name="adj" fmla="val 7895"/>
            </a:avLst>
          </a:prstGeom>
          <a:solidFill>
            <a:srgbClr val="1F2937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502920" y="350215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35021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python_asngeo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651760" y="350215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Enriches every src/dest IP in eve.json with country, city, ASN and org from GeoLite2 databases. Outputs eve_extra.json with geo fields appended.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468880" y="3575304"/>
            <a:ext cx="18288" cy="3840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365760" y="4206240"/>
            <a:ext cx="8412480" cy="694944"/>
          </a:xfrm>
          <a:prstGeom prst="roundRect">
            <a:avLst>
              <a:gd name="adj" fmla="val 7895"/>
            </a:avLst>
          </a:prstGeom>
          <a:solidFill>
            <a:srgbClr val="1F2937"/>
          </a:solidFill>
          <a:ln w="1270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502920" y="42793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960120" y="42793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python_correlate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2651760" y="4279392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Pivots Suricata alerts into Zeek using Community ID. Produces one correlated record per alert with full Zeek protocol events (DNS, HTTP, SSL…) attached.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468880" y="4352544"/>
            <a:ext cx="18288" cy="3840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6–9: Reporting &amp; Cleanup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65760" y="1097280"/>
            <a:ext cx="8412480" cy="777240"/>
          </a:xfrm>
          <a:prstGeom prst="roundRect">
            <a:avLst>
              <a:gd name="adj" fmla="val 7059"/>
            </a:avLst>
          </a:prstGeom>
          <a:solidFill>
            <a:srgbClr val="1F2937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python_report_alerts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291840" y="118872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each correlated alert as Markdown grouped by severity. Each entry shows timestamp, signature, Community ID, source/dest with geo, and protocol context.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08960" y="1261872"/>
            <a:ext cx="18288" cy="457200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65760" y="1965960"/>
            <a:ext cx="8412480" cy="777240"/>
          </a:xfrm>
          <a:prstGeom prst="roundRect">
            <a:avLst>
              <a:gd name="adj" fmla="val 7059"/>
            </a:avLst>
          </a:prstGeom>
          <a:solidFill>
            <a:srgbClr val="1F2937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502920" y="20574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2057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python_report_stats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205740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alerts into top-10 tables: by severity, source country, ASN (with org name), source IP, destination port, and protocol breakdown.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108960" y="2130552"/>
            <a:ext cx="18288" cy="457200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8412480" cy="777240"/>
          </a:xfrm>
          <a:prstGeom prst="roundRect">
            <a:avLst>
              <a:gd name="adj" fmla="val 7059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502920" y="2926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6012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report_final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291840" y="292608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alerts and stats reports into one FINAL_REPORT.md. Placed in RESULTS/&lt;pcap-name&gt;/ ready for analyst review or archiving.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08960" y="2999232"/>
            <a:ext cx="18288" cy="457200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65760" y="3703320"/>
            <a:ext cx="8412480" cy="777240"/>
          </a:xfrm>
          <a:prstGeom prst="roundRect">
            <a:avLst>
              <a:gd name="adj" fmla="val 7059"/>
            </a:avLst>
          </a:prstGeom>
          <a:solidFill>
            <a:srgbClr val="1F2937"/>
          </a:solidFill>
          <a:ln w="127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502920" y="37947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cleanup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291840" y="3794760"/>
            <a:ext cx="5303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the processed PCAP from TODO/ to DONE/. Confirms the move succeeded. Keeps the queue clean for the next PCAP.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108960" y="3867912"/>
            <a:ext cx="18288" cy="457200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per PCAP: RESULTS/&lt;pcap-name&gt;/correlated.json  ·  alerts_report.md  ·  stats_report.md  ·  FINAL_REPORT.md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in this order: Suricata → Zeek → Ansible → Python + geoip2 → GeoLite2 databases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Suricata &amp; Zeek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365760" y="1097280"/>
            <a:ext cx="4114800" cy="3749040"/>
          </a:xfrm>
          <a:prstGeom prst="roundRect">
            <a:avLst>
              <a:gd name="adj" fmla="val 1951"/>
            </a:avLst>
          </a:prstGeom>
          <a:solidFill>
            <a:srgbClr val="1F2937"/>
          </a:solidFill>
          <a:ln w="190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48640" y="12070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v8.0+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087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IDS/IPS engine — generates eve.json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828800"/>
            <a:ext cx="3794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Ubuntu/Debian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add-apt-repository ppa:oisf/suricata-stable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suricata -y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Enable &amp; update rules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suricata-update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systemctl enable suricata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Verify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suricata --build-info | head -3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suricata -V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663440" y="1097280"/>
            <a:ext cx="4114800" cy="3749040"/>
          </a:xfrm>
          <a:prstGeom prst="roundRect">
            <a:avLst>
              <a:gd name="adj" fmla="val 1951"/>
            </a:avLst>
          </a:prstGeom>
          <a:solidFill>
            <a:srgbClr val="1F293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4846320" y="12070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 v9.0+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5087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— conn/dns/http/ssl/files logs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800600" y="1828800"/>
            <a:ext cx="3794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Ubuntu/Debian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"deb http://download.opensuse.org/\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repositories/security:/zeek/\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xUbuntu_22.04/ /" |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sudo tee /etc/apt/sources.list.d/zeek.list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zeek -y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to PATH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PATH=$PATH:/opt/zeek/bin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echo 'export PATH=$PATH:/opt/zeek/bin' &gt;&gt; ~/.bashrc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Verify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zeek --version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Ansible, Python &amp; GeoIP Databases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320040" y="109728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1F293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457200" y="12070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v2.17+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5179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engine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29768" y="182880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software-properties-common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add-apt-repository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ppa:ansible/ansible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ansible -y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Verify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ansible --version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46120" y="109728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1F293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3383280" y="12070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3.10+ + geoip2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15179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GeoIP enrichment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3355848" y="182880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Python (usually pre-installed)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python3 --version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Install geoip2 package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pip3 install geoip2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Verify import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python3 -c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 geoip2; print('OK')"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72200" y="1097280"/>
            <a:ext cx="2788920" cy="3749040"/>
          </a:xfrm>
          <a:prstGeom prst="roundRect">
            <a:avLst>
              <a:gd name="adj" fmla="val 2623"/>
            </a:avLst>
          </a:prstGeom>
          <a:solidFill>
            <a:srgbClr val="1F2937"/>
          </a:solidFill>
          <a:ln w="190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6309360" y="120700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GeoLite2 Databases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151790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MaxMind · /opt/geoip/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281928" y="1828800"/>
            <a:ext cx="2606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Create directory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mkdir -p /opt/geoip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Download from MaxMind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(free account required)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maxmind.com/en/geolite2/signup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Required files: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GeoLite2-ASN.mmdb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GeoLite2-City.mmdb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Place in /opt/geoip/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Run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each tool runs, place a PCAP, and trigger the full pipeline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RUN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Pre-flight Checks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8333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57200" y="1207008"/>
            <a:ext cx="1234440" cy="2743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457200" y="120700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78308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suricata -V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669280" y="1188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Suricata version 8.x …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65760" y="1728216"/>
            <a:ext cx="8412480" cy="548640"/>
          </a:xfrm>
          <a:prstGeom prst="roundRect">
            <a:avLst>
              <a:gd name="adj" fmla="val 8333"/>
            </a:avLst>
          </a:prstGeom>
          <a:solidFill>
            <a:srgbClr val="1F2937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57200" y="1837944"/>
            <a:ext cx="1234440" cy="2743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457200" y="183794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Zeek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783080" y="181965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zeek --version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1819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Zeek version 9.x …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359152"/>
            <a:ext cx="8412480" cy="548640"/>
          </a:xfrm>
          <a:prstGeom prst="roundRect">
            <a:avLst>
              <a:gd name="adj" fmla="val 8333"/>
            </a:avLst>
          </a:prstGeom>
          <a:solidFill>
            <a:srgbClr val="1F2937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57200" y="2468880"/>
            <a:ext cx="1234440" cy="2743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457200" y="246888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783080" y="24505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ansible --version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0" y="24505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ansible [core 2.17.x]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65760" y="2990088"/>
            <a:ext cx="8412480" cy="548640"/>
          </a:xfrm>
          <a:prstGeom prst="roundRect">
            <a:avLst>
              <a:gd name="adj" fmla="val 8333"/>
            </a:avLst>
          </a:prstGeom>
          <a:solidFill>
            <a:srgbClr val="1F2937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457200" y="3099816"/>
            <a:ext cx="1234440" cy="2743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457200" y="309981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geoip2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783080" y="30815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python3 -c "import geoip2; print(geoip2.__version__)"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0" y="3081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4.x.x (no ImportError)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65760" y="3621024"/>
            <a:ext cx="8412480" cy="548640"/>
          </a:xfrm>
          <a:prstGeom prst="roundRect">
            <a:avLst>
              <a:gd name="adj" fmla="val 8333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457200" y="3730752"/>
            <a:ext cx="1234440" cy="2743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457200" y="373075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GeoLite2 ASN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1783080" y="37124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/opt/geoip/GeoLite2-ASN.mmdb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0" y="371246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/opt/geoip/GeoLite2-ASN.mmdb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365760" y="4251960"/>
            <a:ext cx="8412480" cy="548640"/>
          </a:xfrm>
          <a:prstGeom prst="roundRect">
            <a:avLst>
              <a:gd name="adj" fmla="val 8333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457200" y="4361688"/>
            <a:ext cx="1234440" cy="2743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9525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457200" y="43616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GeoLite2 City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1783080" y="4343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 /opt/geoip/GeoLite2-City.mmdb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5669280" y="43434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/opt/geoip/GeoLite2-City.mmdb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&amp; RUN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the Pipeline — 3 Steps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365760" y="1097280"/>
            <a:ext cx="8412480" cy="1188720"/>
          </a:xfrm>
          <a:prstGeom prst="roundRect">
            <a:avLst>
              <a:gd name="adj" fmla="val 6154"/>
            </a:avLst>
          </a:prstGeom>
          <a:solidFill>
            <a:srgbClr val="1F2937"/>
          </a:solidFill>
          <a:ln w="190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457200" y="11887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12252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PCAP into the queue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60120" y="1554480"/>
            <a:ext cx="6858000" cy="384048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 txBox="1"/>
          <p:nvPr/>
        </p:nvSpPr>
        <p:spPr>
          <a:xfrm>
            <a:off x="1051560" y="1572768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your-capture.pcap PCAPS/TODO/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1993392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role validates that exactly one PCAP exists here before starting.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65760" y="2395728"/>
            <a:ext cx="8412480" cy="1188720"/>
          </a:xfrm>
          <a:prstGeom prst="roundRect">
            <a:avLst>
              <a:gd name="adj" fmla="val 6154"/>
            </a:avLst>
          </a:prstGeom>
          <a:solidFill>
            <a:srgbClr val="1F293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57200" y="2487168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45720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960120" y="25237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full Ansible pipeline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60120" y="2852928"/>
            <a:ext cx="6858000" cy="384048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 txBox="1"/>
          <p:nvPr/>
        </p:nvSpPr>
        <p:spPr>
          <a:xfrm>
            <a:off x="1051560" y="2871216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PCAPS/ansible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ansible-playbook playbook.yml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329184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roles run in sequence. Each role verifies its output before handing off to the next.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65760" y="3694176"/>
            <a:ext cx="8412480" cy="1188720"/>
          </a:xfrm>
          <a:prstGeom prst="roundRect">
            <a:avLst>
              <a:gd name="adj" fmla="val 6154"/>
            </a:avLst>
          </a:prstGeom>
          <a:solidFill>
            <a:srgbClr val="1F293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457200" y="3785616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 txBox="1"/>
          <p:nvPr/>
        </p:nvSpPr>
        <p:spPr>
          <a:xfrm>
            <a:off x="457200" y="3785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960120" y="38221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report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960120" y="4151376"/>
            <a:ext cx="6858000" cy="384048"/>
          </a:xfrm>
          <a:prstGeom prst="roundRect">
            <a:avLst>
              <a:gd name="adj" fmla="val 9524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1051560" y="4169664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PCAPS/RESULTS/&lt;pcap-name&gt;/FINAL_REPORT.md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459028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correlated.json, alerts_report.md, stats_report.md. PCAP moves to DONE/.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0116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Integrate Next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8346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the pipeline with threat intel, SIEM, case management, and automation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INTEGRATIONS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Extensions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365760" y="1097280"/>
            <a:ext cx="4114800" cy="1115568"/>
          </a:xfrm>
          <a:prstGeom prst="roundRect">
            <a:avLst>
              <a:gd name="adj" fmla="val 5738"/>
            </a:avLst>
          </a:prstGeom>
          <a:solidFill>
            <a:srgbClr val="1F2937"/>
          </a:solidFill>
          <a:ln w="127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468880" y="1197864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2468880" y="11978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50876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correlated IOCs (IPs, domains, hashes) from FINAL_REPORT.md to MISP. Cross-reference Suricata alerts against MISP threat feeds for instant context.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9476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 python_misp Ansible role using PyMISP library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65760" y="2359152"/>
            <a:ext cx="4114800" cy="1115568"/>
          </a:xfrm>
          <a:prstGeom prst="roundRect">
            <a:avLst>
              <a:gd name="adj" fmla="val 5738"/>
            </a:avLst>
          </a:prstGeom>
          <a:solidFill>
            <a:srgbClr val="1F2937"/>
          </a:solidFill>
          <a:ln w="1270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50292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TheHive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68880" y="2459736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2468880" y="24597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Management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7706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Auto-create TheHive cases from high-severity correlated alerts. Attach correlated.json and FINAL_REPORT.md as case observables for analyst workflow.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32095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 python_thehive role with thehive4py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65760" y="3621024"/>
            <a:ext cx="4114800" cy="1115568"/>
          </a:xfrm>
          <a:prstGeom prst="roundRect">
            <a:avLst>
              <a:gd name="adj" fmla="val 5738"/>
            </a:avLst>
          </a:prstGeom>
          <a:solidFill>
            <a:srgbClr val="1F2937"/>
          </a:solidFill>
          <a:ln w="127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502920" y="37124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468880" y="3721608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2468880" y="372160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/ Search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403250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correlated.json events and Zeek logs into Elasticsearch. Build Kibana dashboards over the enriched data for pattern analysis across multiple PCAPs.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447141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 elastic_ingest role using elasticsearch-py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800600" y="1097280"/>
            <a:ext cx="4114800" cy="1115568"/>
          </a:xfrm>
          <a:prstGeom prst="roundRect">
            <a:avLst>
              <a:gd name="adj" fmla="val 5738"/>
            </a:avLst>
          </a:prstGeom>
          <a:solidFill>
            <a:srgbClr val="1F2937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493776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/ AbuseIPDB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903720" y="1197864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 txBox="1"/>
          <p:nvPr/>
        </p:nvSpPr>
        <p:spPr>
          <a:xfrm>
            <a:off x="6903720" y="11978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Reputation Enrichment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4937760" y="150876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geo-asn.py output with VT file hash reputation for extracted files and AbuseIPDB scores for flagged IPs, adding a confidence layer to the report.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937760" y="19476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Extend python_asngeo with vt-py and abuseipdb API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800600" y="2359152"/>
            <a:ext cx="4114800" cy="1115568"/>
          </a:xfrm>
          <a:prstGeom prst="roundRect">
            <a:avLst>
              <a:gd name="adj" fmla="val 5738"/>
            </a:avLst>
          </a:prstGeom>
          <a:solidFill>
            <a:srgbClr val="1F2937"/>
          </a:solidFill>
          <a:ln w="1270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4937760" y="2450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Email Alerts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903720" y="2459736"/>
            <a:ext cx="1828800" cy="237744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6350">
            <a:solidFill>
              <a:srgbClr val="BC8C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 txBox="1"/>
          <p:nvPr/>
        </p:nvSpPr>
        <p:spPr>
          <a:xfrm>
            <a:off x="6903720" y="24597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4937760" y="27706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 summary to Slack or send an email when high-severity alerts are found, including the top stat from stats_report.md and a link to FINAL_REPORT.md.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4937760" y="320954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Add notify role at end of playbook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457200" y="20116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INTEGRATIONS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Integration Order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365760" y="1170432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365760" y="11704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87452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/ AbuseIPDB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709160" y="1207008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F2937"/>
          </a:solidFill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709160" y="12070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effort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92240" y="1188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IP &amp; hash reputation in reports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60120" y="1673352"/>
            <a:ext cx="18288" cy="1554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365760" y="1901952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 txBox="1"/>
          <p:nvPr/>
        </p:nvSpPr>
        <p:spPr>
          <a:xfrm>
            <a:off x="365760" y="1901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87452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709160" y="1938528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F2937"/>
          </a:solidFill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4709160" y="19385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1920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 sharing + threat feed cross-reference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60120" y="2404872"/>
            <a:ext cx="18288" cy="1554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365760" y="2633472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365760" y="26334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874520" y="2651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TheHive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709160" y="2670048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F2937"/>
          </a:solidFill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 txBox="1"/>
          <p:nvPr/>
        </p:nvSpPr>
        <p:spPr>
          <a:xfrm>
            <a:off x="470916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49224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analyst workflow &amp; case tracking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60120" y="3136392"/>
            <a:ext cx="18288" cy="1554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365760" y="3364992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BC8C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365760" y="33649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874520" y="3383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/ Email Alerts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709160" y="3401568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F2937"/>
          </a:solidFill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 txBox="1"/>
          <p:nvPr/>
        </p:nvSpPr>
        <p:spPr>
          <a:xfrm>
            <a:off x="4709160" y="34015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effort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922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 on high-severity findings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960120" y="3867912"/>
            <a:ext cx="18288" cy="15544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2"/>
          <p:cNvSpPr/>
          <p:nvPr/>
        </p:nvSpPr>
        <p:spPr>
          <a:xfrm>
            <a:off x="365760" y="4096512"/>
            <a:ext cx="1280160" cy="502920"/>
          </a:xfrm>
          <a:prstGeom prst="roundRect">
            <a:avLst>
              <a:gd name="adj" fmla="val 10909"/>
            </a:avLst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 txBox="1"/>
          <p:nvPr/>
        </p:nvSpPr>
        <p:spPr>
          <a:xfrm>
            <a:off x="365760" y="40965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87452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+ Kibana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4709160" y="4133088"/>
            <a:ext cx="1645920" cy="256032"/>
          </a:xfrm>
          <a:prstGeom prst="roundRect">
            <a:avLst>
              <a:gd name="adj" fmla="val 14286"/>
            </a:avLst>
          </a:prstGeom>
          <a:solidFill>
            <a:srgbClr val="1F2937"/>
          </a:solidFill>
          <a:ln w="9525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 txBox="1"/>
          <p:nvPr/>
        </p:nvSpPr>
        <p:spPr>
          <a:xfrm>
            <a:off x="4709160" y="413308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— needs infra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6492240" y="4114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SIEM: search across all PCAPs, trend dashboards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BC8C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 txBox="1"/>
          <p:nvPr/>
        </p:nvSpPr>
        <p:spPr>
          <a:xfrm>
            <a:off x="548640" y="7315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0515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at a Glance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73736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41248" y="1755648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Ansible roles run sequentially — each validates inputs and outputs before passing to the next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304288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232257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generates alerts + Zeek captures full protocol context → correlated via Community ID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71216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288950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is GeoIP/ASN-enriched and merged with Zeek DNS, HTTP, SSL, and file events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38144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456432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analyst-ready Markdown: per-alert report + statistics + final combined document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005072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023360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add VirusTotal, MISP, TheHive, or Elasticsearch to extend threat context and workflow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75488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jovitakhu.net  ·  github.com/JujuJuhu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CAP Hunt">
  <a:themeElements>
    <a:clrScheme name="PCAP Hunt">
      <a:dk1>
        <a:srgbClr val="0D1117"/>
      </a:dk1>
      <a:lt1>
        <a:srgbClr val="F0F4F8"/>
      </a:lt1>
      <a:dk2>
        <a:srgbClr val="161B22"/>
      </a:dk2>
      <a:lt2>
        <a:srgbClr val="E8EDF2"/>
      </a:lt2>
      <a:accent1>
        <a:srgbClr val="58A6FF"/>
      </a:accent1>
      <a:accent2>
        <a:srgbClr val="3FB950"/>
      </a:accent2>
      <a:accent3>
        <a:srgbClr val="D29922"/>
      </a:accent3>
      <a:accent4>
        <a:srgbClr val="F85149"/>
      </a:accent4>
      <a:accent5>
        <a:srgbClr val="BC8CFF"/>
      </a:accent5>
      <a:accent6>
        <a:srgbClr val="39D3DD"/>
      </a:accent6>
      <a:hlink>
        <a:srgbClr val="58A6FF"/>
      </a:hlink>
      <a:folHlink>
        <a:srgbClr val="8B949E"/>
      </a:folHlink>
    </a:clrScheme>
    <a:fontScheme name="PCAP Hunt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1844</Words>
  <Application>Microsoft Office PowerPoint</Application>
  <PresentationFormat>On-screen Show (16:9)</PresentationFormat>
  <Paragraphs>303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Courier New</vt:lpstr>
      <vt:lpstr>PCAP Hunt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Jovita Kusuma</cp:lastModifiedBy>
  <cp:revision>3</cp:revision>
  <dcterms:created xsi:type="dcterms:W3CDTF">2026-10-28T02:14:08Z</dcterms:created>
  <dcterms:modified xsi:type="dcterms:W3CDTF">2026-10-28T02:23:30Z</dcterms:modified>
</cp:coreProperties>
</file>